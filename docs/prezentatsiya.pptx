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alaykum! Biz kichik bizneslar uchun CRM yasadik. Uchta asosiy g'oya: ro'yxatdan o'tish Telegram orqali (SMS umuman kerak emas), har bir mijoz o'ziga AI yasab bergan shaxsiy Telegram bot oladi, va bitta tizim to'rt sohada ishlaydi: restoran, do'kon, klinika, sport markazi. Hammasi hozir jonli — oxirida ko'rsatamiz.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Muammo uch qavatli. Birinchisi — CRM'ga kirish uchun SMS kerak, SMS uchun Eskiz bilan shartnoma va pul kerak. Ikkinchisi — mijoz bilan aloqa kanali yo'q: hech kim restoran uchun ilova yuklab olmaydi. Uchinchisi — tayyor CRM'lar bitta sohaga qotib qolgan. Shu uchta to'siqni birdan yechdik.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Yechimning uch ustuni. Telegram identifikatsiya vazifasini bajaradi — telefon raqami qo'lda yozilmaydi, faqat Telegramning o'z tugmasi orqali olinadi, bu ham qulay, ham ishonchli. Ikkinchi ustun — asosiy farqimiz: har bir mijozga AI shaxsiy bot yasab beradi. Uchinchisi — soha kodga yozilmagan: yangi soha qo'shish uchun bazaga bitta yozuv kifoya.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Ro'yxatdan o'tish botda olti qadam, jami ikki daqiqa. E'tibor bering: telefon raqamini yozib bo'lmaydi — faqat Telegramning kontakt tugmasi. Oxirida tizim login-parol beradi va «Saytga kirish» tugmasini yuboradi — bir martalik link orqali kabinetga parolsiz tushadi. Video demoda shuni jonli ko'rsatamiz.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 bizni boshqa CRM'lardan ajratib turadigan qism. Restoran egasi botda to'rtta savolga javob beradi. Claude API shu javoblardan botning butun logikasini yasaydi: salomlashuv matnlari, menyu tugmalari, savol-javob oqimlari — uch tilda. Keyin egasi BotFather'dan token olib botga tashlaydi — token shifrlanadi, xabar o'chiriladi. Runner servisimiz 30 soniya ichida yangi botni ko'taradi. Muhimi — mijoz uchun birorta qator kod yozilmaydi: bitta universal bot minglab konfiguratsiyani yuritadi. Va bot yig'gan buyurtmalar egasining Telegramiga boradi.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Ko'p sohalilikni kod bilan emas, ma'lumot bilan yechdik. Har bir soha o'z atamalarini olib yuradi: restoranda «Menyu» va «Taom», klinikada «Xizmatlar» va «Xizmat». Kabinetdagi tugmalar, botdagi savollar — hammasi avtomatik almashadi, kodda birorta shart yo'q. Go'zallik salonini qo'shmoqchimisiz? Bazaga bitta yozuv — tayyor.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Sayt ikki qismdan iborat. Ochiq qismi — bizneslar katalogi: soha bo'yicha filtr, qidiruv, har bir biznesning o'z sahifasi. Yopiq qismi — egasining kabineti: statistika, sharhlarni tasdiqlash va javob berish — javob mijozga Telegramda yetib boradi. Profil botda ham saytda ham tahrirlanadi, ikkalasi sinxron.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Xavfsizlik hackathon uchun ham jiddiy qilingan. Bot bilan backend orasidagi har bir so'rov HMAC bilan imzolanadi — ushlab olingan so'rovni qayta yuborib bo'lmaydi. Mijoz botlarining tokenlari shifrlangan holda saqlanadi. Telefon raqamlari API'da hech qachon to'liq ko'rinmaydi, loglar ham filtrlanadi. Va kichik, lekin muhim detal: begona resursga murojaat 403 emas, 404 qaytaradi — mavjudligi ham sir qoladi.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Arxitektura sodda va mustahkam. Uchta kirish nuqtasi bor: sayt JWT bilan, asosiy bot va runner HMAC imzo bilan backendga murojaat qiladi. Backend Telegramga to'g'ridan-to'g'ri yozmaydi — bildirishnomalar navbat orqali boradi, shuning uchun Telegram tokeni faqat bot servisida qoladi. Hammasi Railway'da beshta servis bo'lib ishlaydi.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shunchaki chiroyli maket emas. Tizimda 169 ta avtomatik tekshiruv bor va hammasi o'tadi — backend, bot bilan integratsiya, runner, hatto har bir tugma o'z handleriga ulanganligi ham tekshiriladi. Testlarga Telegram tokeni ham, internet ham kerak emas — CI'da ishlayveradi. Hammasi hozir Railway'da jonli — keyingi slaydda o'zingiz sinab ko'rishingiz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Xulosa qilib: SMS'siz ro'yxatdan o'tish, AI yasagan shaxsiy botlar va to'rt sohada ishlaydigan bitta tizim. Hammasi hozir jonli — botni oching, ro'yxatdan o'ting, o'z botingizni yasang. Keyingi qadamlarimiz: stoldagi QR orqali sharh, AI sharh tahlili va Telegram Mini App. Savollarga tayyormiz. Rahmat!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B2F6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B2F6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orqali ro'yxatdan o'tish  ·  AI yasagan shaxsiy botlar  ·  To'rt soha, bitta tizim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23360" y="3703320"/>
            <a:ext cx="658368" cy="658368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1119" y="3881079"/>
            <a:ext cx="302849" cy="3028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84648" y="3703320"/>
            <a:ext cx="658368" cy="658368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407" y="3881079"/>
            <a:ext cx="302849" cy="30284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45936" y="3703320"/>
            <a:ext cx="658368" cy="658368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81079"/>
            <a:ext cx="302849" cy="30284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507224" y="3703320"/>
            <a:ext cx="658368" cy="658368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983" y="3881079"/>
            <a:ext cx="302849" cy="3028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4892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·  2026-yil 16-avgust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@CrmHackaton_bot      frontend-production-f9ac.up.railway.app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Muammo — kichik biznes CRM'gacha yetib bormaydi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713232" cy="71323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067093"/>
            <a:ext cx="328087" cy="3280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pul va shartnoma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35204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 uchun SMS tasdiqlash kerak. Eskiz kabi xizmatlar shartnoma va to'lov talab qiladi — startap uchun birinchi kundanoq to'siq.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34256" y="15544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296" y="1874520"/>
            <a:ext cx="713232" cy="713232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869" y="2067093"/>
            <a:ext cx="328087" cy="3280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4296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ilova yuklamaydi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654296" y="35204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Sharh yig'ish uchun mijoz alohida ilova o'rnatishi kerak — hech kim o'rnatmaydi. O'zbekistonda hamma allaqachon Telegramda.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165592" y="15544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85632" y="1874520"/>
            <a:ext cx="713232" cy="71323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205" y="2067093"/>
            <a:ext cx="328087" cy="3280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85632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bitta sohaga qotgan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485632" y="35204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 uchun yozilgan CRM do'konga to'g'ri kelmaydi. Har soha uchun alohida mahsulot sotib olish esa qimmat.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Natija: mijoz fikri yo'qoladi, biznes esa daftarda ishlashda davom etadi.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— uchta ustun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28800"/>
            <a:ext cx="713232" cy="713232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021373"/>
            <a:ext cx="328087" cy="3280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— identifikatsiya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22960" y="331012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umuman yo'q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— «Kontaktni yuborish» tugmasi orqali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 — xaritadan bitta bosishda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Saytga bir martalik link bilan parolsiz kirish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34256" y="15087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296" y="1828800"/>
            <a:ext cx="713232" cy="71323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869" y="2021373"/>
            <a:ext cx="328087" cy="3280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4296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shaxsiy bot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654296" y="331012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Egasi 4 ta savolga javob beradi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bot logikasini o'zi yasaydi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@BotFather tokeni — va bot jonli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uchun kod yozilmaydi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65592" y="15087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85632" y="1828800"/>
            <a:ext cx="713232" cy="71323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205" y="2021373"/>
            <a:ext cx="328087" cy="3280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85632" y="2743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— bu ma'lumot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485632" y="3310128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Restoran, do'kon, klinika, sport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Yorliqlar bazadan keladi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Sohaga xos savollar avtomatik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soha = bazaga bitta qator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 — 2 daqiqa, SMS'siz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920240"/>
            <a:ext cx="1627632" cy="2286000"/>
          </a:xfrm>
          <a:prstGeom prst="roundRect">
            <a:avLst>
              <a:gd name="adj" fmla="val 5618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2121408"/>
            <a:ext cx="475488" cy="475488"/>
          </a:xfrm>
          <a:prstGeom prst="ellipse">
            <a:avLst/>
          </a:prstGeom>
          <a:solidFill>
            <a:srgbClr val="0E1E45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0392" y="2697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3090672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O'zbek, rus yoki ingliz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3063240"/>
            <a:ext cx="137160" cy="0"/>
          </a:xfrm>
          <a:prstGeom prst="line">
            <a:avLst/>
          </a:prstGeom>
          <a:noFill/>
          <a:ln w="28575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78608" y="1920240"/>
            <a:ext cx="1627632" cy="2286000"/>
          </a:xfrm>
          <a:prstGeom prst="roundRect">
            <a:avLst>
              <a:gd name="adj" fmla="val 5618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2121408"/>
            <a:ext cx="475488" cy="475488"/>
          </a:xfrm>
          <a:prstGeom prst="ellipse">
            <a:avLst/>
          </a:prstGeom>
          <a:solidFill>
            <a:srgbClr val="0E1E45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51760" y="2697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88336" y="3090672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tugmasi orqali, qo'lda yozilmaydi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24528" y="3063240"/>
            <a:ext cx="137160" cy="0"/>
          </a:xfrm>
          <a:prstGeom prst="line">
            <a:avLst/>
          </a:prstGeom>
          <a:noFill/>
          <a:ln w="28575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9976" y="1920240"/>
            <a:ext cx="1627632" cy="2286000"/>
          </a:xfrm>
          <a:prstGeom prst="roundRect">
            <a:avLst>
              <a:gd name="adj" fmla="val 5618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56048" y="2121408"/>
            <a:ext cx="475488" cy="475488"/>
          </a:xfrm>
          <a:prstGeom prst="ellipse">
            <a:avLst/>
          </a:prstGeom>
          <a:solidFill>
            <a:srgbClr val="0E1E45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53128" y="2697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Joylashuv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9704" y="3090672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Xaritadan nuqta + matnli manzil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25896" y="3063240"/>
            <a:ext cx="137160" cy="0"/>
          </a:xfrm>
          <a:prstGeom prst="line">
            <a:avLst/>
          </a:prstGeom>
          <a:noFill/>
          <a:ln w="28575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81344" y="1920240"/>
            <a:ext cx="1627632" cy="2286000"/>
          </a:xfrm>
          <a:prstGeom prst="roundRect">
            <a:avLst>
              <a:gd name="adj" fmla="val 5618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2121408"/>
            <a:ext cx="475488" cy="475488"/>
          </a:xfrm>
          <a:prstGeom prst="ellipse">
            <a:avLst/>
          </a:prstGeom>
          <a:solidFill>
            <a:srgbClr val="0E1E45"/>
          </a:solidFill>
          <a:ln/>
        </p:spPr>
      </p:sp>
      <p:sp>
        <p:nvSpPr>
          <p:cNvPr id="23" name="Text 21"/>
          <p:cNvSpPr/>
          <p:nvPr/>
        </p:nvSpPr>
        <p:spPr>
          <a:xfrm>
            <a:off x="6757416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254496" y="2697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Anketa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91072" y="3090672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Soha, yo'nalish va sohaga xos savollar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27264" y="3063240"/>
            <a:ext cx="137160" cy="0"/>
          </a:xfrm>
          <a:prstGeom prst="line">
            <a:avLst/>
          </a:prstGeom>
          <a:noFill/>
          <a:ln w="28575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82712" y="1920240"/>
            <a:ext cx="1627632" cy="2286000"/>
          </a:xfrm>
          <a:prstGeom prst="roundRect">
            <a:avLst>
              <a:gd name="adj" fmla="val 5618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58784" y="2121408"/>
            <a:ext cx="475488" cy="475488"/>
          </a:xfrm>
          <a:prstGeom prst="ellipse">
            <a:avLst/>
          </a:prstGeom>
          <a:solidFill>
            <a:srgbClr val="0E1E45"/>
          </a:solidFill>
          <a:ln/>
        </p:spPr>
      </p:sp>
      <p:sp>
        <p:nvSpPr>
          <p:cNvPr id="29" name="Text 27"/>
          <p:cNvSpPr/>
          <p:nvPr/>
        </p:nvSpPr>
        <p:spPr>
          <a:xfrm>
            <a:off x="8558784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055864" y="2697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parol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3090672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generatsiya, bir marta ko'rsatiladi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628632" y="3063240"/>
            <a:ext cx="137160" cy="0"/>
          </a:xfrm>
          <a:prstGeom prst="line">
            <a:avLst/>
          </a:prstGeom>
          <a:noFill/>
          <a:ln w="28575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784080" y="1920240"/>
            <a:ext cx="1627632" cy="2286000"/>
          </a:xfrm>
          <a:prstGeom prst="roundRect">
            <a:avLst>
              <a:gd name="adj" fmla="val 5618"/>
            </a:avLst>
          </a:prstGeom>
          <a:solidFill>
            <a:srgbClr val="0E1E45"/>
          </a:solidFill>
          <a:ln w="12700">
            <a:solidFill>
              <a:srgbClr val="0E1E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60152" y="2121408"/>
            <a:ext cx="475488" cy="475488"/>
          </a:xfrm>
          <a:prstGeom prst="ellipse">
            <a:avLst/>
          </a:prstGeom>
          <a:solidFill>
            <a:srgbClr val="2AABEE"/>
          </a:solidFill>
          <a:ln/>
        </p:spPr>
      </p:sp>
      <p:sp>
        <p:nvSpPr>
          <p:cNvPr id="35" name="Text 33"/>
          <p:cNvSpPr/>
          <p:nvPr/>
        </p:nvSpPr>
        <p:spPr>
          <a:xfrm>
            <a:off x="10360152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857232" y="269748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Saytga kirish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893808" y="3090672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martalik link — parol kerak emas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705356" y="4709160"/>
            <a:ext cx="8778240" cy="868680"/>
          </a:xfrm>
          <a:prstGeom prst="roundRect">
            <a:avLst>
              <a:gd name="adj" fmla="val 10526"/>
            </a:avLst>
          </a:prstGeom>
          <a:solidFill>
            <a:srgbClr val="E8F1FB"/>
          </a:solidFill>
          <a:ln/>
        </p:spPr>
      </p:sp>
      <p:sp>
        <p:nvSpPr>
          <p:cNvPr id="39" name="Shape 37"/>
          <p:cNvSpPr/>
          <p:nvPr/>
        </p:nvSpPr>
        <p:spPr>
          <a:xfrm>
            <a:off x="1933956" y="4864608"/>
            <a:ext cx="548640" cy="54864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089" y="5012741"/>
            <a:ext cx="252374" cy="252374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2665476" y="4709160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 linki 15 daqiqa yashaydi va faqat bir marta ishlaydi. Bazada faqat SHA-256 izi saqlanadi.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farqimiz — AI BotBuilder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33856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mijoz o'ziga shaxsiy Telegram bot oladi. Kod yozilmaydi.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6948" y="1691640"/>
            <a:ext cx="2395728" cy="2468880"/>
          </a:xfrm>
          <a:prstGeom prst="roundRect">
            <a:avLst>
              <a:gd name="adj" fmla="val 4580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1268" y="1965960"/>
            <a:ext cx="640080" cy="64008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21387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" y="2743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 savol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1268" y="31821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Maqsad, tillar, funksiyalar, muloqot uslubi — oddiy anketa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77540" y="2926080"/>
            <a:ext cx="274320" cy="0"/>
          </a:xfrm>
          <a:prstGeom prst="line">
            <a:avLst/>
          </a:prstGeom>
          <a:noFill/>
          <a:ln w="31750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06724" y="1691640"/>
            <a:ext cx="2395728" cy="2468880"/>
          </a:xfrm>
          <a:prstGeom prst="roundRect">
            <a:avLst>
              <a:gd name="adj" fmla="val 4580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81044" y="1965960"/>
            <a:ext cx="640080" cy="64008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866" y="213878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81044" y="2743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yasaydi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781044" y="31821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Salomlashuv, tugmalar va savol-javob oqimlari — uch tilda JSON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57316" y="2926080"/>
            <a:ext cx="274320" cy="0"/>
          </a:xfrm>
          <a:prstGeom prst="line">
            <a:avLst/>
          </a:prstGeom>
          <a:noFill/>
          <a:ln w="31750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86500" y="1691640"/>
            <a:ext cx="2395728" cy="2468880"/>
          </a:xfrm>
          <a:prstGeom prst="roundRect">
            <a:avLst>
              <a:gd name="adj" fmla="val 4580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60820" y="1965960"/>
            <a:ext cx="640080" cy="64008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2" y="2138782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60820" y="2743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@BotFather token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6560820" y="31821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shifrlanadi, xabar darhol o'chiriladi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737092" y="2926080"/>
            <a:ext cx="274320" cy="0"/>
          </a:xfrm>
          <a:prstGeom prst="line">
            <a:avLst/>
          </a:prstGeom>
          <a:noFill/>
          <a:ln w="31750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66276" y="1691640"/>
            <a:ext cx="2395728" cy="2468880"/>
          </a:xfrm>
          <a:prstGeom prst="roundRect">
            <a:avLst>
              <a:gd name="adj" fmla="val 4580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40596" y="1965960"/>
            <a:ext cx="640080" cy="64008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418" y="2138782"/>
            <a:ext cx="294437" cy="29443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40596" y="2743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jonli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9340596" y="31821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30 soniyada ko'taradi — menyu, sharh, buyurtma ishlaydi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62356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90956" y="484632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027" y="4999391"/>
            <a:ext cx="260787" cy="26078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22476" y="4617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universal bot — minglab konfiguratsiya. Anketa o'zgarsa, bot 30 soniyada qayta yuklanadi.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77356" y="46177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505956" y="484632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9027" y="4999391"/>
            <a:ext cx="260787" cy="2607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37476" y="4617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4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botda buyurtma yoki bron qoldirsa — egasining Telegramiga darhol yetib boradi.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— bu kod emas, ma'lumot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26764" y="1417320"/>
            <a:ext cx="566928" cy="566928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9835" y="1570391"/>
            <a:ext cx="260787" cy="2607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67812" y="20482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11596" y="1417320"/>
            <a:ext cx="566928" cy="566928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667" y="1570391"/>
            <a:ext cx="260787" cy="2607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52644" y="20482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996428" y="1417320"/>
            <a:ext cx="566928" cy="566928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499" y="1570391"/>
            <a:ext cx="260787" cy="2607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37476" y="20482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10081260" y="1417320"/>
            <a:ext cx="566928" cy="566928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4331" y="1570391"/>
            <a:ext cx="260787" cy="2607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2308" y="20482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/ ta'lim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" y="2468880"/>
          <a:ext cx="1062532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84832"/>
                <a:gridCol w="2084832"/>
                <a:gridCol w="2084832"/>
                <a:gridCol w="20848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Katalog nomi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Menyu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Katalog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Xizmatlar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Mashg'ulotlar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Bitta yozuv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Mahsulot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Xizmat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Mashg'ulot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 savollari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Yetkazish, joy soni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buyurtma, to'lov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Qabul turi, litsenziya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3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Sinov darsi, oylik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</a:tr>
            </a:tbl>
          </a:graphicData>
        </a:graphic>
      </p:graphicFrame>
      <p:sp>
        <p:nvSpPr>
          <p:cNvPr id="16" name="Shape 9"/>
          <p:cNvSpPr/>
          <p:nvPr/>
        </p:nvSpPr>
        <p:spPr>
          <a:xfrm>
            <a:off x="1431036" y="4892040"/>
            <a:ext cx="9326880" cy="91440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/>
        </p:spPr>
      </p:sp>
      <p:sp>
        <p:nvSpPr>
          <p:cNvPr id="17" name="Shape 10"/>
          <p:cNvSpPr/>
          <p:nvPr/>
        </p:nvSpPr>
        <p:spPr>
          <a:xfrm>
            <a:off x="1659636" y="5065776"/>
            <a:ext cx="566928" cy="566928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707" y="5218847"/>
            <a:ext cx="260787" cy="26078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391156" y="48920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soha = bazaga bitta yozuv. </a:t>
            </a:r>
            <a:pPr indent="0" marL="0">
              <a:buNone/>
            </a:pPr>
            <a:r>
              <a:rPr lang="en-US" sz="135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Yorliqlar, yo'nalishlar va sohaga xos savollar — hammasi API'dan keladi. Bot ham, sayt ham o'zi moslashadi.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Sayt: katalog + egasining kabineti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3" y="1611173"/>
            <a:ext cx="252374" cy="2523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435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 paneli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17320" y="1755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Reyting, yulduzlar taqsimoti, oxirgi sharhlar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395728"/>
            <a:ext cx="548640" cy="548640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3" y="2543861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368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Sharh moderatsiyasi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17320" y="2688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Tasdiqlash, rad etish, javob — mijozga Telegramda boradi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3328416"/>
            <a:ext cx="548640" cy="548640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476549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300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boshqaruvi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417320" y="36210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Taom / mahsulot / xizmat, narx, rasm, mavjudlik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261104"/>
            <a:ext cx="548640" cy="548640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4409237"/>
            <a:ext cx="252374" cy="2523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233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tomonlama sinxron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417320" y="45537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Profilni botda ham, saytda ham tahrirlash mumkin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5193792"/>
            <a:ext cx="548640" cy="548640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5341925"/>
            <a:ext cx="252374" cy="25237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sahifa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41732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biznesga chiroyli sahifa: menyu, sharhlar, xarita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92240" y="146304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4F8FD"/>
          </a:solidFill>
          <a:ln w="19050">
            <a:solidFill>
              <a:srgbClr val="C9D9EC"/>
            </a:solidFill>
            <a:prstDash val="solid"/>
          </a:ln>
          <a:effectLst>
            <a:outerShdw sx="100000" sy="100000" kx="0" ky="0" algn="bl" rotWithShape="0" blurRad="152400" dist="38100" dir="5400000">
              <a:srgbClr val="8FA5C9">
                <a:alpha val="3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92240" y="1463040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0E1E45"/>
          </a:solidFill>
          <a:ln/>
        </p:spPr>
      </p:sp>
      <p:sp>
        <p:nvSpPr>
          <p:cNvPr id="25" name="Shape 18"/>
          <p:cNvSpPr/>
          <p:nvPr/>
        </p:nvSpPr>
        <p:spPr>
          <a:xfrm>
            <a:off x="6675120" y="1618488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Shape 19"/>
          <p:cNvSpPr/>
          <p:nvPr/>
        </p:nvSpPr>
        <p:spPr>
          <a:xfrm>
            <a:off x="6894576" y="1618488"/>
            <a:ext cx="137160" cy="1371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7" name="Shape 20"/>
          <p:cNvSpPr/>
          <p:nvPr/>
        </p:nvSpPr>
        <p:spPr>
          <a:xfrm>
            <a:off x="7114032" y="1618488"/>
            <a:ext cx="137160" cy="137160"/>
          </a:xfrm>
          <a:prstGeom prst="ellipse">
            <a:avLst/>
          </a:prstGeom>
          <a:solidFill>
            <a:srgbClr val="22B573"/>
          </a:solidFill>
          <a:ln/>
        </p:spPr>
      </p:sp>
      <p:sp>
        <p:nvSpPr>
          <p:cNvPr id="28" name="Text 21"/>
          <p:cNvSpPr/>
          <p:nvPr/>
        </p:nvSpPr>
        <p:spPr>
          <a:xfrm>
            <a:off x="7406640" y="15361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frontend-production-f9ac.up.railway.app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766560" y="214884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766560" y="21488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Barchasi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7653528" y="21488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653528" y="2148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Restoranlar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8677656" y="21488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677656" y="2148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Do'konlar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9701784" y="21488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9701784" y="2148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Klinikalar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10725912" y="21488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725912" y="2148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6766560" y="26517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903720" y="2788920"/>
            <a:ext cx="457200" cy="45720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164" y="2912364"/>
            <a:ext cx="210312" cy="21031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479792" y="2761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 Markazi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479792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★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6903720" y="3584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 ·  09:00-23:00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9098280" y="265176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9235440" y="2788920"/>
            <a:ext cx="457200" cy="45720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8884" y="2912364"/>
            <a:ext cx="210312" cy="21031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9811512" y="2761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Market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9811512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★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9235440" y="3584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 ·  09:00-23:00</a:t>
            </a:r>
            <a:endParaRPr lang="en-US" sz="850" dirty="0"/>
          </a:p>
        </p:txBody>
      </p:sp>
      <p:sp>
        <p:nvSpPr>
          <p:cNvPr id="51" name="Shape 42"/>
          <p:cNvSpPr/>
          <p:nvPr/>
        </p:nvSpPr>
        <p:spPr>
          <a:xfrm>
            <a:off x="6766560" y="406908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903720" y="4206240"/>
            <a:ext cx="457200" cy="45720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7164" y="4329684"/>
            <a:ext cx="210312" cy="210312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479792" y="4178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Salomat Klinika</a:t>
            </a:r>
            <a:endParaRPr lang="en-US" sz="1100" dirty="0"/>
          </a:p>
        </p:txBody>
      </p:sp>
      <p:sp>
        <p:nvSpPr>
          <p:cNvPr id="55" name="Text 45"/>
          <p:cNvSpPr/>
          <p:nvPr/>
        </p:nvSpPr>
        <p:spPr>
          <a:xfrm>
            <a:off x="7479792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★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6903720" y="5001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 ·  09:00-23:00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9098280" y="406908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9235440" y="4206240"/>
            <a:ext cx="457200" cy="45720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8884" y="4329684"/>
            <a:ext cx="210312" cy="210312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9811512" y="41788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PowerFit</a:t>
            </a:r>
            <a:endParaRPr lang="en-US" sz="1100" dirty="0"/>
          </a:p>
        </p:txBody>
      </p:sp>
      <p:sp>
        <p:nvSpPr>
          <p:cNvPr id="61" name="Text 50"/>
          <p:cNvSpPr/>
          <p:nvPr/>
        </p:nvSpPr>
        <p:spPr>
          <a:xfrm>
            <a:off x="9811512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★</a:t>
            </a:r>
            <a:endParaRPr lang="en-US" sz="1000" dirty="0"/>
          </a:p>
        </p:txBody>
      </p:sp>
      <p:sp>
        <p:nvSpPr>
          <p:cNvPr id="62" name="Text 51"/>
          <p:cNvSpPr/>
          <p:nvPr/>
        </p:nvSpPr>
        <p:spPr>
          <a:xfrm>
            <a:off x="9235440" y="5001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 ·  09:00-23:00</a:t>
            </a:r>
            <a:endParaRPr lang="en-US" sz="850" dirty="0"/>
          </a:p>
        </p:txBody>
      </p:sp>
      <p:sp>
        <p:nvSpPr>
          <p:cNvPr id="63" name="Text 52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— boshidan o'ylangan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746504"/>
            <a:ext cx="530352" cy="53035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147" y="1889699"/>
            <a:ext cx="243962" cy="243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5608" y="17282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HMAC-imzolangan so'rovlar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+ nonce + yo'l + tana xeshi. Replay ham, parametr almashtirish ham o'tmaydi.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34256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0288" y="1746504"/>
            <a:ext cx="530352" cy="53035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483" y="1889699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66944" y="17282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Tokenlar shifrlangan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08576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botlarining tokenlari Fernet bilan saqlanadi. Token xabari darhol o'chiriladi.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65592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21624" y="1746504"/>
            <a:ext cx="530352" cy="53035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19" y="1889699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17282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fosh bo'lmaydi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439912" y="24231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faqat +9989****4567 qaytaradi. Log filtri raqam va tokenlarni o'chiradi.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8952" y="3986784"/>
            <a:ext cx="530352" cy="53035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47" y="4129979"/>
            <a:ext cx="243962" cy="2439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35608" y="3968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martalik kirish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77240" y="46634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Saytga kirish linki 15 daqiqa yashaydi, bazada faqat SHA-256 izi turadi.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34256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90288" y="3986784"/>
            <a:ext cx="530352" cy="53035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483" y="4129979"/>
            <a:ext cx="243962" cy="24396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66944" y="3968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404, 403 emas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608576" y="46634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Begona biznesga murojaat — 404. Resurs mavjudligi ham fosh bo'lmaydi.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65592" y="37490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421624" y="3986784"/>
            <a:ext cx="530352" cy="530352"/>
          </a:xfrm>
          <a:prstGeom prst="ellipse">
            <a:avLst/>
          </a:prstGeom>
          <a:solidFill>
            <a:srgbClr val="0E1E4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4819" y="4129979"/>
            <a:ext cx="243962" cy="24396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8280" y="39684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faqat botda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439912" y="46634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Telegramga yozmaydi: xabarlar navbat orqali, tokenlar tarqalmaydi.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Arxitektura — Railway'da 5 servis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4F8FD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719072"/>
            <a:ext cx="530352" cy="530352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307" y="1862267"/>
            <a:ext cx="243962" cy="243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64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(React)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5544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+ kabinet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27432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4F8FD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2907792"/>
            <a:ext cx="530352" cy="530352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07" y="3050987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8529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bot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5448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@CrmHackaton_bot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31520" y="393192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F4F8FD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96112" y="4096512"/>
            <a:ext cx="530352" cy="530352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7" y="4239707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0416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55448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mijozlarning shaxsiy botlari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92040" y="2331720"/>
            <a:ext cx="3017520" cy="1691640"/>
          </a:xfrm>
          <a:prstGeom prst="roundRect">
            <a:avLst>
              <a:gd name="adj" fmla="val 6486"/>
            </a:avLst>
          </a:prstGeom>
          <a:solidFill>
            <a:srgbClr val="0E1E45"/>
          </a:solidFill>
          <a:ln/>
          <a:effectLst>
            <a:outerShdw sx="100000" sy="100000" kx="0" ky="0" algn="bl" rotWithShape="0" blurRad="127000" dist="38100" dir="5400000">
              <a:srgbClr val="8FA5C9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99048" y="2514600"/>
            <a:ext cx="603504" cy="603504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994" y="2677546"/>
            <a:ext cx="277612" cy="2776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9204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89204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endpoint  ·  169 test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9006840" y="251460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F4F8FD"/>
          </a:solidFill>
          <a:ln w="12700">
            <a:solidFill>
              <a:srgbClr val="C9D9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012680" y="2660904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3" y="2809037"/>
            <a:ext cx="252374" cy="2523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068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3657600" y="1988820"/>
            <a:ext cx="1097280" cy="0"/>
          </a:xfrm>
          <a:prstGeom prst="line">
            <a:avLst/>
          </a:prstGeom>
          <a:noFill/>
          <a:ln w="25400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28" name="Text 21"/>
          <p:cNvSpPr/>
          <p:nvPr/>
        </p:nvSpPr>
        <p:spPr>
          <a:xfrm>
            <a:off x="3657600" y="16047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657600" y="3177540"/>
            <a:ext cx="1097280" cy="0"/>
          </a:xfrm>
          <a:prstGeom prst="line">
            <a:avLst/>
          </a:prstGeom>
          <a:noFill/>
          <a:ln w="25400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30" name="Text 23"/>
          <p:cNvSpPr/>
          <p:nvPr/>
        </p:nvSpPr>
        <p:spPr>
          <a:xfrm>
            <a:off x="3657600" y="27934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imzo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657600" y="4366260"/>
            <a:ext cx="1097280" cy="0"/>
          </a:xfrm>
          <a:prstGeom prst="line">
            <a:avLst/>
          </a:prstGeom>
          <a:noFill/>
          <a:ln w="25400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32" name="Text 25"/>
          <p:cNvSpPr/>
          <p:nvPr/>
        </p:nvSpPr>
        <p:spPr>
          <a:xfrm>
            <a:off x="3657600" y="39822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imzo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019288" y="3177540"/>
            <a:ext cx="850392" cy="0"/>
          </a:xfrm>
          <a:prstGeom prst="line">
            <a:avLst/>
          </a:prstGeom>
          <a:noFill/>
          <a:ln w="25400">
            <a:solidFill>
              <a:srgbClr val="2AABEE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90956" y="5486400"/>
            <a:ext cx="800100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35" name="Text 28"/>
          <p:cNvSpPr/>
          <p:nvPr/>
        </p:nvSpPr>
        <p:spPr>
          <a:xfrm>
            <a:off x="790956" y="5486400"/>
            <a:ext cx="80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1755648" y="5486400"/>
            <a:ext cx="1033272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37" name="Text 30"/>
          <p:cNvSpPr/>
          <p:nvPr/>
        </p:nvSpPr>
        <p:spPr>
          <a:xfrm>
            <a:off x="1755648" y="548640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2953512" y="5486400"/>
            <a:ext cx="1033272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39" name="Text 32"/>
          <p:cNvSpPr/>
          <p:nvPr/>
        </p:nvSpPr>
        <p:spPr>
          <a:xfrm>
            <a:off x="2953512" y="548640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151376" y="5486400"/>
            <a:ext cx="1732788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41" name="Text 34"/>
          <p:cNvSpPr/>
          <p:nvPr/>
        </p:nvSpPr>
        <p:spPr>
          <a:xfrm>
            <a:off x="4151376" y="5486400"/>
            <a:ext cx="17327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python-telegram-bot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048756" y="548640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43" name="Text 36"/>
          <p:cNvSpPr/>
          <p:nvPr/>
        </p:nvSpPr>
        <p:spPr>
          <a:xfrm>
            <a:off x="6048756" y="548640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7091172" y="5486400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45" name="Text 38"/>
          <p:cNvSpPr/>
          <p:nvPr/>
        </p:nvSpPr>
        <p:spPr>
          <a:xfrm>
            <a:off x="7091172" y="5486400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8599932" y="5486400"/>
            <a:ext cx="1033272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47" name="Text 40"/>
          <p:cNvSpPr/>
          <p:nvPr/>
        </p:nvSpPr>
        <p:spPr>
          <a:xfrm>
            <a:off x="8599932" y="548640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9797796" y="5486400"/>
            <a:ext cx="800100" cy="384048"/>
          </a:xfrm>
          <a:prstGeom prst="roundRect">
            <a:avLst>
              <a:gd name="adj" fmla="val 50000"/>
            </a:avLst>
          </a:prstGeom>
          <a:solidFill>
            <a:srgbClr val="E8F1FB"/>
          </a:solidFill>
          <a:ln/>
        </p:spPr>
      </p:sp>
      <p:sp>
        <p:nvSpPr>
          <p:cNvPr id="49" name="Text 42"/>
          <p:cNvSpPr/>
          <p:nvPr/>
        </p:nvSpPr>
        <p:spPr>
          <a:xfrm>
            <a:off x="9797796" y="5486400"/>
            <a:ext cx="80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maket emas — hammasi jonli va testdan o'tgan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85216" y="15087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645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68096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tekshiruv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8096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hammasi o'tadi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9856" y="15087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1645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02736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xatosi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02736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qat'iy rejimda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5087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645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437376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Railway'da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37376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2 bot, sayt, baza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89136" y="1508760"/>
            <a:ext cx="2514600" cy="1965960"/>
          </a:xfrm>
          <a:prstGeom prst="roundRect">
            <a:avLst>
              <a:gd name="adj" fmla="val 5581"/>
            </a:avLst>
          </a:prstGeom>
          <a:solidFill>
            <a:srgbClr val="F4F8FD"/>
          </a:solidFill>
          <a:ln w="12700">
            <a:solidFill>
              <a:srgbClr val="DF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89136" y="1645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272016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bitta tizimda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72016" y="3017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o'zgarmasdan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39596" y="3977640"/>
            <a:ext cx="9509760" cy="475488"/>
          </a:xfrm>
          <a:prstGeom prst="roundRect">
            <a:avLst>
              <a:gd name="adj" fmla="val 15385"/>
            </a:avLst>
          </a:prstGeom>
          <a:solidFill>
            <a:srgbClr val="E8F1FB"/>
          </a:solidFill>
          <a:ln/>
        </p:spPr>
      </p:sp>
      <p:sp>
        <p:nvSpPr>
          <p:cNvPr id="20" name="Text 18"/>
          <p:cNvSpPr/>
          <p:nvPr/>
        </p:nvSpPr>
        <p:spPr>
          <a:xfrm>
            <a:off x="1522476" y="39776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53996" y="39776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auth, sharh, reyting, replay himoyasi, sohalar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39596" y="4553712"/>
            <a:ext cx="9509760" cy="475488"/>
          </a:xfrm>
          <a:prstGeom prst="roundRect">
            <a:avLst>
              <a:gd name="adj" fmla="val 15385"/>
            </a:avLst>
          </a:prstGeom>
          <a:solidFill>
            <a:srgbClr val="E8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1522476" y="45537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53996" y="455371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↔ backend: haqiqiy payloadlar bilan integratsiya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39596" y="5129784"/>
            <a:ext cx="9509760" cy="475488"/>
          </a:xfrm>
          <a:prstGeom prst="roundRect">
            <a:avLst>
              <a:gd name="adj" fmla="val 15385"/>
            </a:avLst>
          </a:prstGeom>
          <a:solidFill>
            <a:srgbClr val="E8F1FB"/>
          </a:solidFill>
          <a:ln/>
        </p:spPr>
      </p:sp>
      <p:sp>
        <p:nvSpPr>
          <p:cNvPr id="26" name="Text 24"/>
          <p:cNvSpPr/>
          <p:nvPr/>
        </p:nvSpPr>
        <p:spPr>
          <a:xfrm>
            <a:off x="1522476" y="512978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253996" y="512978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runner: ko'tarish, yiqilganda tiklash, konfiguratsiya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39596" y="5705856"/>
            <a:ext cx="9509760" cy="475488"/>
          </a:xfrm>
          <a:prstGeom prst="roundRect">
            <a:avLst>
              <a:gd name="adj" fmla="val 15385"/>
            </a:avLst>
          </a:prstGeom>
          <a:solidFill>
            <a:srgbClr val="E8F1FB"/>
          </a:solidFill>
          <a:ln/>
        </p:spPr>
      </p:sp>
      <p:sp>
        <p:nvSpPr>
          <p:cNvPr id="29" name="Text 27"/>
          <p:cNvSpPr/>
          <p:nvPr/>
        </p:nvSpPr>
        <p:spPr>
          <a:xfrm>
            <a:off x="1522476" y="570585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253996" y="570585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 imzosi va botning 43 tugmasi ulanganligi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62872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Bizneslar uchun CRM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B2F63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1B2F6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430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Hoziroq sinab ko'ring — jonli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019556" y="2286000"/>
            <a:ext cx="4846320" cy="1737360"/>
          </a:xfrm>
          <a:prstGeom prst="roundRect">
            <a:avLst>
              <a:gd name="adj" fmla="val 6316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39596" y="2606040"/>
            <a:ext cx="685800" cy="68580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762" y="2791206"/>
            <a:ext cx="315468" cy="31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08276" y="24871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@CrmHackaton_bot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208276" y="33649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o'tish, sharh, o'z botingizni yasash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23076" y="2286000"/>
            <a:ext cx="4846320" cy="1737360"/>
          </a:xfrm>
          <a:prstGeom prst="roundRect">
            <a:avLst>
              <a:gd name="adj" fmla="val 6316"/>
            </a:avLst>
          </a:prstGeom>
          <a:solidFill>
            <a:srgbClr val="1B2F63"/>
          </a:solidFill>
          <a:ln w="12700">
            <a:solidFill>
              <a:srgbClr val="2E46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43116" y="2606040"/>
            <a:ext cx="685800" cy="685800"/>
          </a:xfrm>
          <a:prstGeom prst="ellipse">
            <a:avLst/>
          </a:prstGeom>
          <a:solidFill>
            <a:srgbClr val="2AAB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282" y="279120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1796" y="24871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frontend-production-f9ac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.up.railway.app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11796" y="33649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Katalog, ochiq sahifalar va kabinet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14400" y="4434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qadamlar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522476" y="48463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64" y="4982108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16836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Stoldagi QR → sharh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905756" y="48463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544" y="4982108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00116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sharh tahlili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89036" y="48463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4824" y="4982108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83396" y="4846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14400" y="58064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Bizneslar uchun CRM</dc:title>
  <dc:subject>PptxGenJS Presentation</dc:subject>
  <dc:creator>CRM Hackaton jamoasi</dc:creator>
  <cp:lastModifiedBy>CRM Hackaton jamoasi</cp:lastModifiedBy>
  <cp:revision>1</cp:revision>
  <dcterms:created xsi:type="dcterms:W3CDTF">2026-08-16T09:11:47Z</dcterms:created>
  <dcterms:modified xsi:type="dcterms:W3CDTF">2026-08-16T09:11:47Z</dcterms:modified>
</cp:coreProperties>
</file>